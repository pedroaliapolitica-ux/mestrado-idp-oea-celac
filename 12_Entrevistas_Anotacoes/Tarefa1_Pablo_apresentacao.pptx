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4" r:id="rId4"/>
    <p:sldId id="258" r:id="rId5"/>
    <p:sldId id="259" r:id="rId6"/>
    <p:sldId id="261" r:id="rId7"/>
    <p:sldId id="262" r:id="rId8"/>
    <p:sldId id="263" r:id="rId9"/>
    <p:sldId id="264" r:id="rId10"/>
    <p:sldId id="269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D3900-F0B1-D047-B6A5-2D10424AF87D}" v="9" dt="2025-04-22T18:24:34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77" autoAdjust="0"/>
    <p:restoredTop sz="94538"/>
  </p:normalViewPr>
  <p:slideViewPr>
    <p:cSldViewPr snapToGrid="0">
      <p:cViewPr varScale="1">
        <p:scale>
          <a:sx n="92" d="100"/>
          <a:sy n="92" d="100"/>
        </p:scale>
        <p:origin x="9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chs" userId="1358fe719feadd74" providerId="LiveId" clId="{E28D3900-F0B1-D047-B6A5-2D10424AF87D}"/>
    <pc:docChg chg="undo custSel delSld modSld">
      <pc:chgData name="Pedro henrichs" userId="1358fe719feadd74" providerId="LiveId" clId="{E28D3900-F0B1-D047-B6A5-2D10424AF87D}" dt="2025-04-30T18:58:34.693" v="474" actId="20577"/>
      <pc:docMkLst>
        <pc:docMk/>
      </pc:docMkLst>
      <pc:sldChg chg="addSp delSp modSp mod">
        <pc:chgData name="Pedro henrichs" userId="1358fe719feadd74" providerId="LiveId" clId="{E28D3900-F0B1-D047-B6A5-2D10424AF87D}" dt="2025-04-22T18:06:56.742" v="79" actId="113"/>
        <pc:sldMkLst>
          <pc:docMk/>
          <pc:sldMk cId="3187621120" sldId="256"/>
        </pc:sldMkLst>
        <pc:spChg chg="mod">
          <ac:chgData name="Pedro henrichs" userId="1358fe719feadd74" providerId="LiveId" clId="{E28D3900-F0B1-D047-B6A5-2D10424AF87D}" dt="2025-04-22T18:06:56.742" v="79" actId="113"/>
          <ac:spMkLst>
            <pc:docMk/>
            <pc:sldMk cId="3187621120" sldId="256"/>
            <ac:spMk id="2" creationId="{5BD9BB86-A4B9-370E-24A4-68AF60983B15}"/>
          </ac:spMkLst>
        </pc:spChg>
        <pc:spChg chg="mod">
          <ac:chgData name="Pedro henrichs" userId="1358fe719feadd74" providerId="LiveId" clId="{E28D3900-F0B1-D047-B6A5-2D10424AF87D}" dt="2025-04-22T18:05:52.455" v="68" actId="207"/>
          <ac:spMkLst>
            <pc:docMk/>
            <pc:sldMk cId="3187621120" sldId="256"/>
            <ac:spMk id="3" creationId="{62DAA4AF-9553-A4F8-DB3D-EF0BF9A4C375}"/>
          </ac:spMkLst>
        </pc:spChg>
      </pc:sldChg>
      <pc:sldChg chg="modSp mod">
        <pc:chgData name="Pedro henrichs" userId="1358fe719feadd74" providerId="LiveId" clId="{E28D3900-F0B1-D047-B6A5-2D10424AF87D}" dt="2025-04-30T18:58:34.693" v="474" actId="20577"/>
        <pc:sldMkLst>
          <pc:docMk/>
          <pc:sldMk cId="3139672716" sldId="257"/>
        </pc:sldMkLst>
        <pc:spChg chg="mod">
          <ac:chgData name="Pedro henrichs" userId="1358fe719feadd74" providerId="LiveId" clId="{E28D3900-F0B1-D047-B6A5-2D10424AF87D}" dt="2025-04-22T18:06:02.628" v="70" actId="207"/>
          <ac:spMkLst>
            <pc:docMk/>
            <pc:sldMk cId="3139672716" sldId="257"/>
            <ac:spMk id="2" creationId="{57932303-1D31-D218-E59A-C092AF787A08}"/>
          </ac:spMkLst>
        </pc:spChg>
        <pc:spChg chg="mod">
          <ac:chgData name="Pedro henrichs" userId="1358fe719feadd74" providerId="LiveId" clId="{E28D3900-F0B1-D047-B6A5-2D10424AF87D}" dt="2025-04-30T18:58:34.693" v="474" actId="20577"/>
          <ac:spMkLst>
            <pc:docMk/>
            <pc:sldMk cId="3139672716" sldId="257"/>
            <ac:spMk id="3" creationId="{6B4F4A4C-7448-01EC-9E0B-4355A0AA12DD}"/>
          </ac:spMkLst>
        </pc:spChg>
      </pc:sldChg>
      <pc:sldChg chg="modSp mod">
        <pc:chgData name="Pedro henrichs" userId="1358fe719feadd74" providerId="LiveId" clId="{E28D3900-F0B1-D047-B6A5-2D10424AF87D}" dt="2025-04-22T18:35:22.739" v="399" actId="20577"/>
        <pc:sldMkLst>
          <pc:docMk/>
          <pc:sldMk cId="630691540" sldId="258"/>
        </pc:sldMkLst>
        <pc:spChg chg="mod">
          <ac:chgData name="Pedro henrichs" userId="1358fe719feadd74" providerId="LiveId" clId="{E28D3900-F0B1-D047-B6A5-2D10424AF87D}" dt="2025-04-22T18:34:32.427" v="314"/>
          <ac:spMkLst>
            <pc:docMk/>
            <pc:sldMk cId="630691540" sldId="258"/>
            <ac:spMk id="2" creationId="{14BAF311-394F-4288-B826-EAEBC873ECF8}"/>
          </ac:spMkLst>
        </pc:spChg>
        <pc:spChg chg="mod">
          <ac:chgData name="Pedro henrichs" userId="1358fe719feadd74" providerId="LiveId" clId="{E28D3900-F0B1-D047-B6A5-2D10424AF87D}" dt="2025-04-22T18:35:22.739" v="399" actId="20577"/>
          <ac:spMkLst>
            <pc:docMk/>
            <pc:sldMk cId="630691540" sldId="258"/>
            <ac:spMk id="3" creationId="{85FC8C5A-4A8D-111C-6B5D-851416DB9227}"/>
          </ac:spMkLst>
        </pc:spChg>
      </pc:sldChg>
      <pc:sldChg chg="addSp modSp mod">
        <pc:chgData name="Pedro henrichs" userId="1358fe719feadd74" providerId="LiveId" clId="{E28D3900-F0B1-D047-B6A5-2D10424AF87D}" dt="2025-04-22T18:06:48.938" v="78" actId="113"/>
        <pc:sldMkLst>
          <pc:docMk/>
          <pc:sldMk cId="3406643541" sldId="259"/>
        </pc:sldMkLst>
        <pc:spChg chg="mod">
          <ac:chgData name="Pedro henrichs" userId="1358fe719feadd74" providerId="LiveId" clId="{E28D3900-F0B1-D047-B6A5-2D10424AF87D}" dt="2025-04-22T18:06:48.938" v="78" actId="113"/>
          <ac:spMkLst>
            <pc:docMk/>
            <pc:sldMk cId="3406643541" sldId="259"/>
            <ac:spMk id="2" creationId="{C93BD54D-CC5A-85EA-448F-EABBF7838864}"/>
          </ac:spMkLst>
        </pc:spChg>
        <pc:spChg chg="mod">
          <ac:chgData name="Pedro henrichs" userId="1358fe719feadd74" providerId="LiveId" clId="{E28D3900-F0B1-D047-B6A5-2D10424AF87D}" dt="2025-04-22T17:43:11.151" v="2"/>
          <ac:spMkLst>
            <pc:docMk/>
            <pc:sldMk cId="3406643541" sldId="259"/>
            <ac:spMk id="3" creationId="{73E1A6D8-09C7-3886-3681-7ADA15A7FBCD}"/>
          </ac:spMkLst>
        </pc:spChg>
        <pc:picChg chg="add mod">
          <ac:chgData name="Pedro henrichs" userId="1358fe719feadd74" providerId="LiveId" clId="{E28D3900-F0B1-D047-B6A5-2D10424AF87D}" dt="2025-04-22T17:46:24.096" v="12" actId="14100"/>
          <ac:picMkLst>
            <pc:docMk/>
            <pc:sldMk cId="3406643541" sldId="259"/>
            <ac:picMk id="6" creationId="{F0EF40F8-8E76-41A3-26DB-A90F59307ECC}"/>
          </ac:picMkLst>
        </pc:picChg>
      </pc:sldChg>
      <pc:sldChg chg="addSp modSp mod">
        <pc:chgData name="Pedro henrichs" userId="1358fe719feadd74" providerId="LiveId" clId="{E28D3900-F0B1-D047-B6A5-2D10424AF87D}" dt="2025-04-22T18:10:23.328" v="112"/>
        <pc:sldMkLst>
          <pc:docMk/>
          <pc:sldMk cId="3114079025" sldId="261"/>
        </pc:sldMkLst>
        <pc:spChg chg="mod">
          <ac:chgData name="Pedro henrichs" userId="1358fe719feadd74" providerId="LiveId" clId="{E28D3900-F0B1-D047-B6A5-2D10424AF87D}" dt="2025-04-22T18:06:45.696" v="77" actId="113"/>
          <ac:spMkLst>
            <pc:docMk/>
            <pc:sldMk cId="3114079025" sldId="261"/>
            <ac:spMk id="2" creationId="{18F60F09-0A85-B5BA-00C5-D5633274DF71}"/>
          </ac:spMkLst>
        </pc:spChg>
        <pc:spChg chg="mod">
          <ac:chgData name="Pedro henrichs" userId="1358fe719feadd74" providerId="LiveId" clId="{E28D3900-F0B1-D047-B6A5-2D10424AF87D}" dt="2025-04-22T18:10:23.328" v="112"/>
          <ac:spMkLst>
            <pc:docMk/>
            <pc:sldMk cId="3114079025" sldId="261"/>
            <ac:spMk id="3" creationId="{BFFB070F-DCB3-C7D8-1B56-EE04DF01B1C7}"/>
          </ac:spMkLst>
        </pc:spChg>
        <pc:picChg chg="add mod">
          <ac:chgData name="Pedro henrichs" userId="1358fe719feadd74" providerId="LiveId" clId="{E28D3900-F0B1-D047-B6A5-2D10424AF87D}" dt="2025-04-22T17:49:41.532" v="19" actId="1076"/>
          <ac:picMkLst>
            <pc:docMk/>
            <pc:sldMk cId="3114079025" sldId="261"/>
            <ac:picMk id="6" creationId="{CD13584C-77BB-BD23-B377-03ACB0E5425E}"/>
          </ac:picMkLst>
        </pc:picChg>
      </pc:sldChg>
      <pc:sldChg chg="modSp mod">
        <pc:chgData name="Pedro henrichs" userId="1358fe719feadd74" providerId="LiveId" clId="{E28D3900-F0B1-D047-B6A5-2D10424AF87D}" dt="2025-04-22T18:10:28.452" v="113"/>
        <pc:sldMkLst>
          <pc:docMk/>
          <pc:sldMk cId="3814269861" sldId="262"/>
        </pc:sldMkLst>
        <pc:spChg chg="mod">
          <ac:chgData name="Pedro henrichs" userId="1358fe719feadd74" providerId="LiveId" clId="{E28D3900-F0B1-D047-B6A5-2D10424AF87D}" dt="2025-04-22T18:06:42.563" v="76" actId="113"/>
          <ac:spMkLst>
            <pc:docMk/>
            <pc:sldMk cId="3814269861" sldId="262"/>
            <ac:spMk id="2" creationId="{6F043658-572D-7C6B-5BFB-923CCA7D08BE}"/>
          </ac:spMkLst>
        </pc:spChg>
        <pc:spChg chg="mod">
          <ac:chgData name="Pedro henrichs" userId="1358fe719feadd74" providerId="LiveId" clId="{E28D3900-F0B1-D047-B6A5-2D10424AF87D}" dt="2025-04-22T18:10:28.452" v="113"/>
          <ac:spMkLst>
            <pc:docMk/>
            <pc:sldMk cId="3814269861" sldId="262"/>
            <ac:spMk id="3" creationId="{EACC3B8D-04F3-40B9-964A-118019D9C070}"/>
          </ac:spMkLst>
        </pc:spChg>
      </pc:sldChg>
      <pc:sldChg chg="addSp delSp modSp mod">
        <pc:chgData name="Pedro henrichs" userId="1358fe719feadd74" providerId="LiveId" clId="{E28D3900-F0B1-D047-B6A5-2D10424AF87D}" dt="2025-04-28T13:37:02.056" v="404" actId="5793"/>
        <pc:sldMkLst>
          <pc:docMk/>
          <pc:sldMk cId="4058259173" sldId="263"/>
        </pc:sldMkLst>
        <pc:spChg chg="mod">
          <ac:chgData name="Pedro henrichs" userId="1358fe719feadd74" providerId="LiveId" clId="{E28D3900-F0B1-D047-B6A5-2D10424AF87D}" dt="2025-04-22T18:06:39.080" v="75" actId="113"/>
          <ac:spMkLst>
            <pc:docMk/>
            <pc:sldMk cId="4058259173" sldId="263"/>
            <ac:spMk id="2" creationId="{C455107F-3421-5026-4412-3F9DB5D54191}"/>
          </ac:spMkLst>
        </pc:spChg>
        <pc:spChg chg="mod">
          <ac:chgData name="Pedro henrichs" userId="1358fe719feadd74" providerId="LiveId" clId="{E28D3900-F0B1-D047-B6A5-2D10424AF87D}" dt="2025-04-28T13:37:02.056" v="404" actId="5793"/>
          <ac:spMkLst>
            <pc:docMk/>
            <pc:sldMk cId="4058259173" sldId="263"/>
            <ac:spMk id="3" creationId="{F4938C60-7E14-A995-A146-01B89F57B172}"/>
          </ac:spMkLst>
        </pc:spChg>
      </pc:sldChg>
      <pc:sldChg chg="delSp modSp mod">
        <pc:chgData name="Pedro henrichs" userId="1358fe719feadd74" providerId="LiveId" clId="{E28D3900-F0B1-D047-B6A5-2D10424AF87D}" dt="2025-04-29T22:44:53.819" v="408" actId="478"/>
        <pc:sldMkLst>
          <pc:docMk/>
          <pc:sldMk cId="312489640" sldId="264"/>
        </pc:sldMkLst>
        <pc:spChg chg="mod">
          <ac:chgData name="Pedro henrichs" userId="1358fe719feadd74" providerId="LiveId" clId="{E28D3900-F0B1-D047-B6A5-2D10424AF87D}" dt="2025-04-22T18:35:53.315" v="402"/>
          <ac:spMkLst>
            <pc:docMk/>
            <pc:sldMk cId="312489640" sldId="264"/>
            <ac:spMk id="2" creationId="{0289FD7E-7F7E-3811-C0A6-0C4FF129FC93}"/>
          </ac:spMkLst>
        </pc:spChg>
        <pc:spChg chg="del mod">
          <ac:chgData name="Pedro henrichs" userId="1358fe719feadd74" providerId="LiveId" clId="{E28D3900-F0B1-D047-B6A5-2D10424AF87D}" dt="2025-04-29T22:44:53.819" v="408" actId="478"/>
          <ac:spMkLst>
            <pc:docMk/>
            <pc:sldMk cId="312489640" sldId="264"/>
            <ac:spMk id="3" creationId="{AB446445-86F1-2CB9-EA2A-E4D819C77606}"/>
          </ac:spMkLst>
        </pc:spChg>
      </pc:sldChg>
      <pc:sldChg chg="del">
        <pc:chgData name="Pedro henrichs" userId="1358fe719feadd74" providerId="LiveId" clId="{E28D3900-F0B1-D047-B6A5-2D10424AF87D}" dt="2025-04-29T22:43:05.285" v="406" actId="2696"/>
        <pc:sldMkLst>
          <pc:docMk/>
          <pc:sldMk cId="3927017822" sldId="265"/>
        </pc:sldMkLst>
      </pc:sldChg>
      <pc:sldChg chg="del">
        <pc:chgData name="Pedro henrichs" userId="1358fe719feadd74" providerId="LiveId" clId="{E28D3900-F0B1-D047-B6A5-2D10424AF87D}" dt="2025-04-29T22:43:03.340" v="405" actId="2696"/>
        <pc:sldMkLst>
          <pc:docMk/>
          <pc:sldMk cId="519866551" sldId="266"/>
        </pc:sldMkLst>
      </pc:sldChg>
      <pc:sldChg chg="modSp mod">
        <pc:chgData name="Pedro henrichs" userId="1358fe719feadd74" providerId="LiveId" clId="{E28D3900-F0B1-D047-B6A5-2D10424AF87D}" dt="2025-04-22T18:34:13.900" v="311" actId="120"/>
        <pc:sldMkLst>
          <pc:docMk/>
          <pc:sldMk cId="265074883" sldId="274"/>
        </pc:sldMkLst>
        <pc:spChg chg="mod">
          <ac:chgData name="Pedro henrichs" userId="1358fe719feadd74" providerId="LiveId" clId="{E28D3900-F0B1-D047-B6A5-2D10424AF87D}" dt="2025-04-22T18:34:13.900" v="311" actId="120"/>
          <ac:spMkLst>
            <pc:docMk/>
            <pc:sldMk cId="265074883" sldId="274"/>
            <ac:spMk id="2" creationId="{4644FDBD-5CD0-3638-67D9-66B22008C18A}"/>
          </ac:spMkLst>
        </pc:spChg>
        <pc:spChg chg="mod">
          <ac:chgData name="Pedro henrichs" userId="1358fe719feadd74" providerId="LiveId" clId="{E28D3900-F0B1-D047-B6A5-2D10424AF87D}" dt="2025-04-22T18:24:52.157" v="305" actId="27636"/>
          <ac:spMkLst>
            <pc:docMk/>
            <pc:sldMk cId="265074883" sldId="274"/>
            <ac:spMk id="3" creationId="{AB6C4143-FD91-C673-E097-6A2D94DE1B27}"/>
          </ac:spMkLst>
        </pc:spChg>
      </pc:sldChg>
      <pc:sldChg chg="del">
        <pc:chgData name="Pedro henrichs" userId="1358fe719feadd74" providerId="LiveId" clId="{E28D3900-F0B1-D047-B6A5-2D10424AF87D}" dt="2025-04-29T22:43:06.888" v="407" actId="2696"/>
        <pc:sldMkLst>
          <pc:docMk/>
          <pc:sldMk cId="2418310702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54D2D-B480-D946-8924-3D6AACD61D34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A476-FFBB-3B43-ADE4-5BA9CB08E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83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83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7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13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90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93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469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4AF5A-9269-EFF7-6684-20C8302AD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68662A-BEBF-C5C8-B36C-1922BC353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69A57-0D35-7CAD-7CF5-0D11555F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3A7A2-BDD9-6659-C20C-AFDEF25D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0ED902-DF80-31D4-798E-E74FBE5D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85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10479-79B8-AB7C-2F77-E8BABC11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056F3-5B5D-1BD6-0A3E-FA378727A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AD338E-8967-CEA7-056F-D3145562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FD8277-CCC1-BF67-265C-54AB1944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C3847F-E176-E4EC-B10F-C0AFB79E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30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ADD3F-D8D0-928C-AA9F-A115DDD4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1CAA76-E64F-3841-0488-12E60347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E319CD-65BA-FF95-BE6E-F6F8A1607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4F1A76-7BB2-AC22-F616-DA7362A2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7F73A-426F-A6DF-B54B-9EFDD58C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05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F3369-9C41-67EA-7337-5D2373FF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9065A9-3EF8-CA3E-638A-55C3D8536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8AB806-C820-5B28-9BA1-36EECFEEC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CA6A6B-213B-883B-33CF-8B5A646E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9F7BB6-047E-BEE8-60CB-DBDF90A9C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D069DF-A760-B8BE-461E-4BFE2F9A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53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FBDD2-C55D-8149-AC26-B37473C7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9EAAE3-C25B-7644-C8BB-025318B0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03AF65-EA51-A3A7-43C9-60BD758E9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BA770F-170D-3BCA-89C4-9209E5E59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18DB1E3-73CE-25CA-5A0E-7387EC5C2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57A9BA-E8C8-7FF6-ED7B-3F2FDD25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0E8AFD1-6299-8D43-7822-A0A166BB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490B4E-D028-CB6A-046E-03E97525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37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8935D-0444-52C2-F724-66F04FE4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6C89DD-D029-8D7A-7E90-90F19F1D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C25F94-F160-D9C8-6A4C-E4D418C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06A0D9-08FD-82A9-EA18-3679FF4B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4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AE379E7-1C8E-137E-3DA9-8BF6002D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F60D70-8E7C-8405-6699-6D189F8B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21A9AE-66D0-7289-F81E-667DEF9B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53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B0864-4B20-807A-4CB7-C67BC990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A8E53-52B6-5E3B-B4B6-77CE48593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FE9E0C-135C-6B38-9B68-16DD9F813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94E1CE-C23A-CEAF-DC49-0A91745B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E335F8-5072-739F-7B20-B6AC2474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92180B-C6AF-184D-1A32-17EE3BAF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23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CD4FE-A974-E5D6-393A-ABC16819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81C9976-E098-6C40-4563-FEF865DC1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6C79F6-7269-76AD-928E-57B959892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335BF3-6A13-5FDE-1B52-120C9D8F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52ADBB-F4A2-DA0D-10AD-ECE42313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E1C8A2-02F1-A48C-523F-FD6D6E22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40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F9EAF-1569-0FB3-6AA4-90484653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E5FA7-B72E-E699-016F-C8A21ABDC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BA6AB0-4B33-83E6-DB11-006CC5CC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27B3F-0CE4-34B4-BFCB-64BF4F46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A877EC-DAD9-863A-8186-2449156D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98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2A1510-8D9E-F43F-85A9-D923D64CF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B22A1F-2255-F6E5-00E1-F6A204993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662CA0-59F6-0547-9F2D-C0B020E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990B47-626D-1C9C-2F75-845FBF6E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24EB0C-D6AD-8467-311A-B2EAC6F7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32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07E957-16DD-BB42-6320-8FBF0D62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69B1FF-60DF-BF75-32AF-E26D2155F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076ED5-00DB-A78D-4567-BC3E687AB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62E06-D586-4E8E-818C-F79C19B0ECC6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04538B-7946-9E2A-C8A1-8B9A5ECD6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1AC523-8792-BC12-9DB1-0F0D47C16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78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ilaspablo@g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9BB86-A4B9-370E-24A4-68AF60983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8255"/>
            <a:ext cx="9144000" cy="2500745"/>
          </a:xfrm>
        </p:spPr>
        <p:txBody>
          <a:bodyPr>
            <a:normAutofit fontScale="90000"/>
          </a:bodyPr>
          <a:lstStyle/>
          <a:p>
            <a:br>
              <a:rPr lang="pt-B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pt-BR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Instituto Brasileiro de Ensino, Desenvolvimento e Pesquisa (IDP)</a:t>
            </a:r>
            <a:br>
              <a:rPr lang="pt-BR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Mestrado Profissional em Ciência Política e Relações Internacionais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DAA4AF-9553-A4F8-DB3D-EF0BF9A4C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just">
              <a:buNone/>
            </a:pPr>
            <a:r>
              <a:rPr lang="pt-BR" sz="2800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Instituições internacionais: Fundamentos, Desafios e Paradoxos</a:t>
            </a:r>
          </a:p>
          <a:p>
            <a:pPr algn="just"/>
            <a:r>
              <a:rPr lang="pt-BR" sz="2800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Docente Responsável: Profa. Dra.  Monique </a:t>
            </a:r>
            <a:r>
              <a:rPr lang="pt-BR" sz="2800" kern="1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Sochaczewski</a:t>
            </a:r>
            <a:endParaRPr lang="pt-BR" sz="2800" kern="100" dirty="0">
              <a:solidFill>
                <a:schemeClr val="tx2">
                  <a:lumMod val="75000"/>
                  <a:lumOff val="25000"/>
                </a:schemeClr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E10203-178A-B33B-6743-7D37E838B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585081"/>
            <a:ext cx="821608" cy="8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2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32303-1D31-D218-E59A-C092AF78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F4A4C-7448-01EC-9E0B-4355A0AA1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Discentes: Pedro Paulo Henrichs Neto e Iury </a:t>
            </a:r>
            <a:r>
              <a:rPr lang="pt-BR" sz="24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Henrique Cardoso de Melo </a:t>
            </a:r>
            <a:endParaRPr lang="pt-BR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597423-0BF8-1059-CDB3-1801B5A0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7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4FDBD-5CD0-3638-67D9-66B22008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C4143-FD91-C673-E097-6A2D94DE1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700" b="1" dirty="0">
                <a:solidFill>
                  <a:srgbClr val="141413"/>
                </a:solidFill>
                <a:effectLst/>
              </a:rPr>
              <a:t>Pablo Vilas </a:t>
            </a:r>
            <a:r>
              <a:rPr lang="pt-BR" sz="1700" dirty="0">
                <a:solidFill>
                  <a:srgbClr val="141413"/>
                </a:solidFill>
                <a:effectLst/>
                <a:hlinkClick r:id="rId3"/>
              </a:rPr>
              <a:t>vilaspablo@gmail.com</a:t>
            </a:r>
            <a:r>
              <a:rPr lang="pt-BR" sz="1700" dirty="0">
                <a:solidFill>
                  <a:srgbClr val="141413"/>
                </a:solidFill>
                <a:effectLst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dirty="0">
                <a:solidFill>
                  <a:srgbClr val="141413"/>
                </a:solidFill>
              </a:rPr>
              <a:t>Foi </a:t>
            </a: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Diretor Executivo Casa Pátria Grande da Secretaria Geral da República Argentina.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Embaixador da República Argentina na República de Honduras.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Parlamentar do MERCOSUL.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Assessor externo do PPT Honduras - CELAC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Agraciado com a Ordem de Francisco de </a:t>
            </a:r>
            <a:r>
              <a:rPr lang="pt-BR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Morazán</a:t>
            </a: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no grau de “Grande Cruz Prata” pela Presidente Iris Xiomara Castro Sarmiento.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Agraciado com a Ordem do Libertador dos Escravos, “José </a:t>
            </a:r>
            <a:r>
              <a:rPr lang="pt-BR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Simeón</a:t>
            </a: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Cañas” na categoria de “Comendador” pelo Presidente Salvador Sánchez </a:t>
            </a:r>
            <a:r>
              <a:rPr lang="pt-BR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Cerén</a:t>
            </a:r>
            <a:r>
              <a:rPr lang="pt-BR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pt-BR" sz="1400" dirty="0">
              <a:solidFill>
                <a:srgbClr val="141413"/>
              </a:solidFill>
              <a:effectLst/>
            </a:endParaRPr>
          </a:p>
          <a:p>
            <a:pPr>
              <a:buNone/>
            </a:pPr>
            <a:endParaRPr lang="pt-BR" sz="1050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pPr>
              <a:buNone/>
            </a:pPr>
            <a:endParaRPr lang="pt-BR" sz="1400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7D9007-E489-A645-B446-7521AC1F8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FA28-0E8A-58CE-68AC-E1C3E058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AF311-394F-4288-B826-EAEBC873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rgbClr val="155F8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FC8C5A-4A8D-111C-6B5D-851416DB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EMPODERAMENTO DAS MULHERES NO CONTEXTO UNIVERSITÁRIO: CAMINHOS PARA A IGUALDADE DE GÊNERO E DESENVOLVIMENTO SUSTENTÁVEL</a:t>
            </a:r>
            <a:r>
              <a:rPr lang="pt-BR" sz="2000" dirty="0">
                <a:effectLst/>
              </a:rPr>
              <a:t> </a:t>
            </a:r>
          </a:p>
          <a:p>
            <a:pPr algn="just"/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INTRODUÇÃO</a:t>
            </a:r>
            <a:r>
              <a:rPr lang="pt-BR" sz="1800" dirty="0">
                <a:effectLst/>
              </a:rPr>
              <a:t> 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OBJETIVOS DA CELAC 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FUNCIONAMENTO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IMPORTÂNCIA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Entrevista Pablo </a:t>
            </a:r>
            <a:r>
              <a:rPr lang="pt-BR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Vilas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</a:t>
            </a:r>
            <a:r>
              <a:rPr lang="pt-BR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revista Geraldo Torres Zelaya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endParaRPr lang="pt-BR" sz="24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BE7DCBD-D64A-10FA-FD0D-3DF443F7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9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D756-F8B1-D785-E20F-165F8661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BD54D-CC5A-85EA-448F-EABBF783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E1A6D8-09C7-3886-3681-7ADA15A7F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pt-BR" sz="2000" b="1" dirty="0"/>
              <a:t>INTRODUÇÃO</a:t>
            </a:r>
            <a:endParaRPr lang="pt-BR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CELAC (Comunidade de Estados Latino-Americanos e Caribenhos) é um organismo regional que reúne os 33 países da América Latina e do Caribe, com o objetivo de promover a integração política, econômica, social e cultural da região. Foi criada oficialmente em 2011, durante uma cúpula em Caracas (Venezuela), como um fórum de diálogo e cooperação sem a participação dos Estados Unidos e do Canadá.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CD4BEE-4570-970C-B73E-C80BC43DD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  <p:pic>
        <p:nvPicPr>
          <p:cNvPr id="6" name="Imagem 5" descr="Auditório com pessoas sentadas&#10;&#10;O conteúdo gerado por IA pode estar incorreto.">
            <a:extLst>
              <a:ext uri="{FF2B5EF4-FFF2-40B4-BE49-F238E27FC236}">
                <a16:creationId xmlns:a16="http://schemas.microsoft.com/office/drawing/2014/main" id="{F0EF40F8-8E76-41A3-26DB-A90F59307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" y="3448978"/>
            <a:ext cx="4076700" cy="256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4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4626-B091-7414-8D76-F5A7CB3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60F09-0A85-B5BA-00C5-D5633274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B070F-DCB3-C7D8-1B56-EE04DF01B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4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OBJETIVOS DA CELAC: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Fortalecer a unidade e a integração regional.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Promover o desenvolvimento sustentável e a redução das desigualdades.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Fomentar o diálogo político e a cooperação em temas como educação, saúde, infraestrutura e meio ambiente.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Representar a região em fóruns internacionais com uma voz comum.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F1CB2D-F007-3299-AE27-4F3E0DD7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  <p:pic>
        <p:nvPicPr>
          <p:cNvPr id="6" name="Imagem 5" descr="Grupo de pessoas posando para foto em frente a fundo azul&#10;&#10;O conteúdo gerado por IA pode estar incorreto.">
            <a:extLst>
              <a:ext uri="{FF2B5EF4-FFF2-40B4-BE49-F238E27FC236}">
                <a16:creationId xmlns:a16="http://schemas.microsoft.com/office/drawing/2014/main" id="{CD13584C-77BB-BD23-B377-03ACB0E54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40" y="4013200"/>
            <a:ext cx="3817533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7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F8D8-26DA-36DD-F4F5-C7A5D392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43658-572D-7C6B-5BFB-923CCA7D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chemeClr val="tx2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CC3B8D-04F3-40B9-964A-118019D9C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FUNCIONAMENTO: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Reuniões de Cúpula: Realizadas anualmente, com a presença dos chefes de Estado e de governo.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Presidência Pro Tempore (PPT): Rotativa entre os países membros, responsável por coordenar as atividades durante um ano.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Reuniões Ministeriais: Encontros de ministros de áreas como relações exteriores, economia e meio ambiente.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Grupos de Trabalho: Focam em temas específicos, como segurança alimentar, mudança climática e comércio.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Diálogo com outros blocos: A CELAC mantém relações com a UE, China e outros atores globais.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11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9193EC-F88D-B2B9-CF5F-8D87FC8D5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929747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6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5CD32-D804-0C15-34D4-E661601F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5107F-3421-5026-4412-3F9DB5D5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chemeClr val="tx2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38C60-7E14-A995-A146-01B89F57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IMPORTÂNCIA: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É o único fórum que reúne todos os países latino-americanos e caribenhos.</a:t>
            </a:r>
          </a:p>
          <a:p>
            <a:pPr marL="0" indent="0"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Busca soluções regionais para desafios comuns, como pobreza, migração e crises econômicas.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FC2351-DD53-5F9F-51F4-5BF3068E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5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CE7A-3120-7BC1-3896-CF538343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D7E-7F7E-3811-C0A6-0C4FF129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CELAC (Comunidade de Estados Latino-Americanos e Caribenhos)</a:t>
            </a:r>
            <a:endParaRPr lang="pt-BR" sz="3600" b="1" dirty="0">
              <a:solidFill>
                <a:schemeClr val="accent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2B7B78-3AF9-C30F-C8E3-458A9006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5165-7DA0-2579-DF53-B1A7DC30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0CE9A7-43D5-3D82-F548-31DF4727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800" b="1" dirty="0"/>
              <a:t>F I 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DEA483-CE88-EC72-FB83-AF255B22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444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20003</TotalTime>
  <Words>520</Words>
  <Application>Microsoft Macintosh PowerPoint</Application>
  <PresentationFormat>Widescreen</PresentationFormat>
  <Paragraphs>59</Paragraphs>
  <Slides>10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Helvetica</vt:lpstr>
      <vt:lpstr>Times New Roman</vt:lpstr>
      <vt:lpstr>Tema do Office</vt:lpstr>
      <vt:lpstr> Instituto Brasileiro de Ensino, Desenvolvimento e Pesquisa (IDP) Mestrado Profissional em Ciência Política e Relações Internacionais</vt:lpstr>
      <vt:lpstr>CELAC (Comunidade de Estados Latino-Americanos e Caribenhos)</vt:lpstr>
      <vt:lpstr>CELAC (Comunidade de Estados Latino-Americanos e Caribenhos) </vt:lpstr>
      <vt:lpstr>CELAC (Comunidade de Estados Latino-Americanos e Caribenhos)</vt:lpstr>
      <vt:lpstr>CELAC (Comunidade de Estados Latino-Americanos e Caribenhos)</vt:lpstr>
      <vt:lpstr>CELAC (Comunidade de Estados Latino-Americanos e Caribenhos)</vt:lpstr>
      <vt:lpstr>CELAC (Comunidade de Estados Latino-Americanos e Caribenhos)</vt:lpstr>
      <vt:lpstr>CELAC (Comunidade de Estados Latino-Americanos e Caribenhos)</vt:lpstr>
      <vt:lpstr>CELAC (Comunidade de Estados Latino-Americanos e Caribenhos)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Mestrado Profissional em Ciência Política e Relações Internacionais</dc:title>
  <dc:creator>Dalton Cordeiro de Miranda</dc:creator>
  <cp:lastModifiedBy>Pedro henrichs</cp:lastModifiedBy>
  <cp:revision>9</cp:revision>
  <dcterms:created xsi:type="dcterms:W3CDTF">2025-03-23T14:54:17Z</dcterms:created>
  <dcterms:modified xsi:type="dcterms:W3CDTF">2025-04-30T18:58:38Z</dcterms:modified>
</cp:coreProperties>
</file>